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8000">
                <a:solidFill>
                  <a:srgbClr val="FFFFFF"/>
                </a:solidFill>
              </a:defRPr>
            </a:pPr>
            <a:r>
              <a:t>NEURAL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FFFFFF"/>
                </a:solidFill>
              </a:defRPr>
            </a:pPr>
            <a:r>
              <a:t>Cognitive Vault &amp; Sharding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Vulnerability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Traditional Backups Fail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• Centralized Vulnerability (Single Point of Failure)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• Passive Storage (No Intelligence)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• Latency &amp; Bottlenecks in Large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2A1"/>
                </a:solidFill>
              </a:defRPr>
            </a:pPr>
            <a:r>
              <a:t>Neural Mesh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Paradigm Shift in Data Integrity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• P2P Sharding: Distributed Intelligence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• Cognitive Parity: AI-Driven Checks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• Mesh Guard: Real-time Protection 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u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0052A1"/>
                </a:solidFill>
              </a:defRPr>
            </a:pPr>
            <a:r>
              <a:t>Neural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• Active Asset Cycle Analysis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Predictive Storage Insights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Neural Compression Gauges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ual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10B981"/>
                </a:solidFill>
              </a:defRPr>
            </a:pPr>
            <a:r>
              <a:t>Vault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286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• Temporal Shard Access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Cognitive Parity Checksum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Point-in-Time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Technological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• React &amp; Vite: Performance Core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Firebase: Real-time Mesh Layer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Capacitor: Mobile Node Integration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Tailwind CSS: Modern Aesthetic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THE NEW STANDARD IN DATA INTEGRITY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