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nding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7200">
                <a:solidFill>
                  <a:srgbClr val="FFFFFF"/>
                </a:solidFill>
              </a:defRPr>
            </a:pPr>
            <a:r>
              <a:t>NEXT-GEN UI/UX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FFFFFF"/>
                </a:solidFill>
              </a:defRPr>
            </a:pPr>
            <a:r>
              <a:t>Designing the Future of Data Recovery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52A1"/>
                </a:solidFill>
              </a:defRPr>
            </a:pPr>
            <a:r>
              <a:t>Design Philosophy: Glassmorphism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FFFFFF"/>
                </a:solidFill>
              </a:defRPr>
            </a:pPr>
            <a:r>
              <a:t>• Visual Depth: Layers of frosted glass for hierarchy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Minimalism: Removing friction from data management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Feedback: Micro-animations for system health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Accessibility: High-contrast typography (Outfit/Inter)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i_k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14400"/>
            <a:ext cx="502920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000">
                <a:solidFill>
                  <a:srgbClr val="FFFFFF"/>
                </a:solidFill>
              </a:defRPr>
            </a:pPr>
            <a:r>
              <a:t>Atomic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748B"/>
                </a:solidFill>
              </a:defRPr>
            </a:pPr>
            <a:r>
              <a:t>• Neural Gauges</a:t>
            </a:r>
          </a:p>
          <a:p>
            <a:pPr>
              <a:defRPr sz="2200">
                <a:solidFill>
                  <a:srgbClr val="64748B"/>
                </a:solidFill>
              </a:defRPr>
            </a:pPr>
            <a:r>
              <a:t>• Shard List Cards</a:t>
            </a:r>
          </a:p>
          <a:p>
            <a:pPr>
              <a:defRPr sz="2200">
                <a:solidFill>
                  <a:srgbClr val="64748B"/>
                </a:solidFill>
              </a:defRPr>
            </a:pPr>
            <a:r>
              <a:t>• Dynamic Buttons</a:t>
            </a:r>
          </a:p>
          <a:p>
            <a:pPr>
              <a:defRPr sz="2200">
                <a:solidFill>
                  <a:srgbClr val="64748B"/>
                </a:solidFill>
              </a:defRPr>
            </a:pPr>
            <a:r>
              <a:t>• Status Badges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bile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02920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000">
                <a:solidFill>
                  <a:srgbClr val="10B981"/>
                </a:solidFill>
              </a:defRPr>
            </a:pPr>
            <a:r>
              <a:t>Mobile Nodes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2860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• Capacitor-Powered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Touch-Optimized Sharding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Instant Cloud Sync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Native-Feel Interactions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Visual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0052A1"/>
                </a:solidFill>
              </a:defRPr>
            </a:pPr>
            <a:r>
              <a:t>Colors: Vault Blue, Slate Dark, Emerald Green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Typography: 'Outfit' for headings, 'Inter' for body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Motion: Neural-Pulse &amp; Float animations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FFFFFF"/>
                </a:solidFill>
              </a:defRPr>
            </a:pPr>
            <a:r>
              <a:t>• One-Click Sync: Automated mesh sharding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Live Monitoring: Real-time efficiency gauges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Temporal Recovery: Selecting snapshots from timeline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Cognitive Parity: Secure reassembly of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4800">
                <a:solidFill>
                  <a:srgbClr val="FFFFFF"/>
                </a:solidFill>
              </a:defRPr>
            </a:pPr>
            <a:r>
              <a:t>WHERE SECURITY MEETS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